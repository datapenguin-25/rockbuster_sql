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 snapToObjects="1">
      <p:cViewPr varScale="1">
        <p:scale>
          <a:sx n="119" d="100"/>
          <a:sy n="119" d="100"/>
        </p:scale>
        <p:origin x="14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public.tableau.com/app/profile/joseph.adamski/viz/3_10_tableau/Dashboard1?publish=ye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Rockbuster Strategic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 Joseph Adamski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Rockbuster's customer base is strongest in India, China, and the United States.</a:t>
            </a:r>
          </a:p>
          <a:p>
            <a:r>
              <a:t>The most common film rating is PG-13, and average rental rate is $2.98.</a:t>
            </a:r>
          </a:p>
          <a:p>
            <a:r>
              <a:t>Five top-paying customers brought in over $995 total revenue.</a:t>
            </a:r>
          </a:p>
          <a:p>
            <a:r>
              <a:t>Strategic marketing in these regions could improve engagement and profits.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Film Data Summary (Task 3.6)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Average Rental Rate: $2.98</a:t>
            </a:r>
          </a:p>
          <a:p>
            <a:r>
              <a:t>Average Replacement Cost: $19.98</a:t>
            </a:r>
          </a:p>
          <a:p>
            <a:r>
              <a:t>Average Film Length: 115 minutes</a:t>
            </a:r>
          </a:p>
          <a:p>
            <a:r>
              <a:t>Most Common Film Rating: PG-13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Data Summary (Task 3.6)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Active Customers: 584</a:t>
            </a:r>
          </a:p>
          <a:p>
            <a:r>
              <a:t>Inactive Customers: 15</a:t>
            </a:r>
          </a:p>
          <a:p>
            <a:r>
              <a:t>Modal Store: Store 1</a:t>
            </a:r>
          </a:p>
          <a:p>
            <a:r>
              <a:t>Customers are spread globally, with concentrations in several countries.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 – Country Revenue &amp; Customer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</p:txBody>
      </p:sp>
      <p:pic>
        <p:nvPicPr>
          <p:cNvPr id="4" name="Picture 3" descr="4C72E105-0D62-4509-98E5-1696B424F5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4159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Countries by Customer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</p:txBody>
      </p:sp>
      <p:pic>
        <p:nvPicPr>
          <p:cNvPr id="4" name="Picture 3" descr="5DF3B965-DCBC-402C-A202-42DA1BD1D6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600200"/>
            <a:ext cx="7784611" cy="23478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Cities by Customer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</p:txBody>
      </p:sp>
      <p:pic>
        <p:nvPicPr>
          <p:cNvPr id="4" name="Picture 3" descr="5E51D3E0-1F79-4966-BC9D-A259F95ED2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134672" cy="33160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Customers by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</p:txBody>
      </p:sp>
      <p:pic>
        <p:nvPicPr>
          <p:cNvPr id="4" name="Picture 3" descr="23D5F2C3-1F72-4EC6-9EC3-273E899E48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5619"/>
            <a:ext cx="8229600" cy="25662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Tableau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</p:txBody>
      </p:sp>
      <p:pic>
        <p:nvPicPr>
          <p:cNvPr id="4" name="Picture 3" descr="4C72E105-0D62-4509-98E5-1696B424F5F0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600200"/>
            <a:ext cx="8229599" cy="44159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u="sng">
                <a:solidFill>
                  <a:srgbClr val="0066CC"/>
                </a:solidFill>
              </a:rPr>
              <a:t>https://public.tableau.com/app/profile/joseph.adamski/viz/3_10_tableau/Dashboard1?publish=yes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Focus marketing campaigns on top three countries: India, China, and the US.</a:t>
            </a:r>
          </a:p>
          <a:p>
            <a:r>
              <a:t>Continue curating and promoting PG-13 films to align with viewer trends.</a:t>
            </a:r>
          </a:p>
          <a:p>
            <a:r>
              <a:t>Create loyalty programs targeting high-revenue customers.</a:t>
            </a:r>
          </a:p>
          <a:p>
            <a:r>
              <a:t>Explore growth opportunities in smaller cities with consistent engagement.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222</Words>
  <Application>Microsoft Macintosh PowerPoint</Application>
  <PresentationFormat>On-screen Show (4:3)</PresentationFormat>
  <Paragraphs>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Rockbuster Strategic Insights</vt:lpstr>
      <vt:lpstr>Executive Summary</vt:lpstr>
      <vt:lpstr>Film Data Summary (Task 3.6)</vt:lpstr>
      <vt:lpstr>Customer Data Summary (Task 3.6)</vt:lpstr>
      <vt:lpstr>Map – Country Revenue &amp; Customer Count</vt:lpstr>
      <vt:lpstr>Top Countries by Customer Count</vt:lpstr>
      <vt:lpstr>Top Cities by Customer Count</vt:lpstr>
      <vt:lpstr>Top Customers by Revenue</vt:lpstr>
      <vt:lpstr>Interactive Tableau Dashboard</vt:lpstr>
      <vt:lpstr>Business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Joe Adamski</cp:lastModifiedBy>
  <cp:revision>4</cp:revision>
  <dcterms:created xsi:type="dcterms:W3CDTF">2013-01-27T09:14:16Z</dcterms:created>
  <dcterms:modified xsi:type="dcterms:W3CDTF">2025-09-18T12:40:14Z</dcterms:modified>
  <cp:category/>
</cp:coreProperties>
</file>